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7" r:id="rId8"/>
    <p:sldId id="269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34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02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72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0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891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0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940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121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024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2975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30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1041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07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830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19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747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aveetha Institute of Medical and Technical Sciences ...">
            <a:extLst>
              <a:ext uri="{FF2B5EF4-FFF2-40B4-BE49-F238E27FC236}">
                <a16:creationId xmlns:a16="http://schemas.microsoft.com/office/drawing/2014/main" id="{966AE1C7-1F4D-D19C-F84A-F654E48B4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956" y="374206"/>
            <a:ext cx="9848088" cy="10322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E5C913-DFAA-A8DB-754E-54001D4E57DC}"/>
              </a:ext>
            </a:extLst>
          </p:cNvPr>
          <p:cNvSpPr txBox="1"/>
          <p:nvPr/>
        </p:nvSpPr>
        <p:spPr>
          <a:xfrm>
            <a:off x="1843476" y="1985797"/>
            <a:ext cx="9326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vs Transposition: Which Provides Better Security?</a:t>
            </a:r>
            <a:endParaRPr lang="en-US" sz="36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1EF9EE-46E5-E9E0-12C2-7CB044C698FF}"/>
              </a:ext>
            </a:extLst>
          </p:cNvPr>
          <p:cNvSpPr txBox="1"/>
          <p:nvPr/>
        </p:nvSpPr>
        <p:spPr>
          <a:xfrm>
            <a:off x="1776984" y="3503860"/>
            <a:ext cx="10415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CSA5102 - CRYPTOGRAPHY AND NETWORK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FFA358-D31F-227E-CF75-756116DFC8F4}"/>
              </a:ext>
            </a:extLst>
          </p:cNvPr>
          <p:cNvSpPr txBox="1"/>
          <p:nvPr/>
        </p:nvSpPr>
        <p:spPr>
          <a:xfrm>
            <a:off x="7260336" y="4837252"/>
            <a:ext cx="5157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KALAI AMUDHAN – 192511292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D7516A-2DD3-0814-D5E8-43052DBF74A0}"/>
              </a:ext>
            </a:extLst>
          </p:cNvPr>
          <p:cNvSpPr txBox="1"/>
          <p:nvPr/>
        </p:nvSpPr>
        <p:spPr>
          <a:xfrm>
            <a:off x="1481328" y="4837252"/>
            <a:ext cx="3904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guidance: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 E Anbalagan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64D6BA7-EC5F-6A5C-8E52-4987BF2DDAA0}"/>
              </a:ext>
            </a:extLst>
          </p:cNvPr>
          <p:cNvSpPr/>
          <p:nvPr/>
        </p:nvSpPr>
        <p:spPr>
          <a:xfrm>
            <a:off x="10835640" y="6199632"/>
            <a:ext cx="896112" cy="46166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E4A97-B116-C51B-2326-F7DA7B84029B}"/>
              </a:ext>
            </a:extLst>
          </p:cNvPr>
          <p:cNvSpPr txBox="1"/>
          <p:nvPr/>
        </p:nvSpPr>
        <p:spPr>
          <a:xfrm>
            <a:off x="11045952" y="624579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754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5FC9C-22BA-4BF4-A0C9-3462EF89C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106" y="432086"/>
            <a:ext cx="9483788" cy="128089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05E249-647C-6F2D-0085-DA7247387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20718" y="1865988"/>
            <a:ext cx="9811034" cy="418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cryptography protects information by transforming plaintext into ciphertext.</a:t>
            </a:r>
          </a:p>
          <a:p>
            <a:pPr lvl="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fundamental techniques are:</a:t>
            </a:r>
          </a:p>
          <a:p>
            <a:pPr marL="1028700" lvl="1" indent="-5715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romanL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romanL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techniques hide the original message in different ways.</a:t>
            </a:r>
          </a:p>
          <a:p>
            <a:pPr lvl="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form the foundation of many classical encryption methods.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7D8B09-B705-0AA2-3B35-1A73904C8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70" y="212270"/>
            <a:ext cx="1219354" cy="10813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72428C-62A9-3020-F0BC-F0A59B2C7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157" y="212270"/>
            <a:ext cx="917954" cy="108766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CCF4C04-CEAC-ABA8-D2DB-BEEBD6193366}"/>
              </a:ext>
            </a:extLst>
          </p:cNvPr>
          <p:cNvSpPr/>
          <p:nvPr/>
        </p:nvSpPr>
        <p:spPr>
          <a:xfrm>
            <a:off x="10835640" y="6199632"/>
            <a:ext cx="896112" cy="46166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1F8E9-E3C5-0D8D-04C3-F9775F954400}"/>
              </a:ext>
            </a:extLst>
          </p:cNvPr>
          <p:cNvSpPr txBox="1"/>
          <p:nvPr/>
        </p:nvSpPr>
        <p:spPr>
          <a:xfrm>
            <a:off x="11045952" y="624579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793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A2114-3FED-0E72-FA21-9FFCC5BB8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447" y="313331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B2170F-0586-5D2A-3AC8-4FA49359F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157" y="212270"/>
            <a:ext cx="917954" cy="10876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33EB10-879B-B8E8-128F-90F089365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70" y="212270"/>
            <a:ext cx="1219354" cy="10813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59BB207-968C-4A4A-3D23-FB04D2C0A51B}"/>
              </a:ext>
            </a:extLst>
          </p:cNvPr>
          <p:cNvSpPr/>
          <p:nvPr/>
        </p:nvSpPr>
        <p:spPr>
          <a:xfrm>
            <a:off x="10835640" y="6199632"/>
            <a:ext cx="896112" cy="46166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1A17D-45A8-FFEE-8375-F797716089FC}"/>
              </a:ext>
            </a:extLst>
          </p:cNvPr>
          <p:cNvSpPr txBox="1"/>
          <p:nvPr/>
        </p:nvSpPr>
        <p:spPr>
          <a:xfrm>
            <a:off x="11045952" y="624579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816843-56DD-BE03-1752-7E6B285CDEF9}"/>
              </a:ext>
            </a:extLst>
          </p:cNvPr>
          <p:cNvSpPr txBox="1"/>
          <p:nvPr/>
        </p:nvSpPr>
        <p:spPr>
          <a:xfrm>
            <a:off x="2442455" y="1234357"/>
            <a:ext cx="9289297" cy="558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substitution, one character or symbol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by another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positions of characters generally remain unchanged.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 determines the substitution pattern.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Caesar Cipher (Key = 3):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KHOOR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→ K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 H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→ 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Cipher</a:t>
            </a:r>
          </a:p>
        </p:txBody>
      </p:sp>
    </p:spTree>
    <p:extLst>
      <p:ext uri="{BB962C8B-B14F-4D97-AF65-F5344CB8AC3E}">
        <p14:creationId xmlns:p14="http://schemas.microsoft.com/office/powerpoint/2010/main" val="3954343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F1F7E-2B1C-FDC8-4102-7B2F679F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953" y="30202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 CIPHER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8AF59-83A6-2E10-DD34-613D76B72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157" y="212270"/>
            <a:ext cx="917954" cy="10876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4F6792-4F30-3017-E95D-DA03D3523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70" y="212270"/>
            <a:ext cx="1219354" cy="10813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53DA045-35B5-E404-EB23-67EC8CDAD8CE}"/>
              </a:ext>
            </a:extLst>
          </p:cNvPr>
          <p:cNvSpPr/>
          <p:nvPr/>
        </p:nvSpPr>
        <p:spPr>
          <a:xfrm>
            <a:off x="10835640" y="6199632"/>
            <a:ext cx="896112" cy="46166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1CB1C-8E26-A37A-342A-636851F99681}"/>
              </a:ext>
            </a:extLst>
          </p:cNvPr>
          <p:cNvSpPr txBox="1"/>
          <p:nvPr/>
        </p:nvSpPr>
        <p:spPr>
          <a:xfrm>
            <a:off x="11045952" y="624579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9D6005-1E2E-D4BD-1766-498F2F6E5ABC}"/>
              </a:ext>
            </a:extLst>
          </p:cNvPr>
          <p:cNvSpPr txBox="1"/>
          <p:nvPr/>
        </p:nvSpPr>
        <p:spPr>
          <a:xfrm>
            <a:off x="2359590" y="1139559"/>
            <a:ext cx="9372162" cy="6050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transposition, the characters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rearranged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actual characters are not changed.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 determines the rearrangement pattern.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transposition: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LHOEL</a:t>
            </a: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letters are present, but their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positions have changed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Fence Cipher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Columnar Transposition Cipher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390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5A78-5431-CABA-68E7-38F8F2758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009" y="294929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SUBSTITUTION WORKS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2C91D7-E484-64B8-EDD8-191D79920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4719" y="154019"/>
            <a:ext cx="917954" cy="10876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EF68DC-58A6-DE39-70D8-F25ADFFF7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821" y="138822"/>
            <a:ext cx="1219354" cy="108131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B6126EF-CB87-61EE-E460-C2560ED43BB5}"/>
              </a:ext>
            </a:extLst>
          </p:cNvPr>
          <p:cNvSpPr/>
          <p:nvPr/>
        </p:nvSpPr>
        <p:spPr>
          <a:xfrm>
            <a:off x="10835640" y="6199632"/>
            <a:ext cx="896112" cy="46166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95B236-939E-8AF5-C85D-83763EB77B56}"/>
              </a:ext>
            </a:extLst>
          </p:cNvPr>
          <p:cNvSpPr txBox="1"/>
          <p:nvPr/>
        </p:nvSpPr>
        <p:spPr>
          <a:xfrm>
            <a:off x="11045952" y="624579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3FB8AF40-203D-586E-BC2B-94E1F0BFA8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CEABD1D9-66FD-F787-CA40-872B4D4F78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249F4C-85F2-ACFA-849A-0253EFA9C453}"/>
              </a:ext>
            </a:extLst>
          </p:cNvPr>
          <p:cNvSpPr txBox="1"/>
          <p:nvPr/>
        </p:nvSpPr>
        <p:spPr>
          <a:xfrm>
            <a:off x="2704175" y="1376243"/>
            <a:ext cx="845271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Plaintext → Substitution using Key → Ciphertext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ATTACK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Caesar key 3: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DWWDFN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D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→ W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→ W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D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→ F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→ 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characters are changed, but their order remains the same.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507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FA96-D3B0-C410-F81D-C7B227B15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4265" y="486477"/>
            <a:ext cx="8911687" cy="88465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TRANSPOSITION WORKS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D7C024-7A69-D6CD-D3A6-C8E7D748BC81}"/>
              </a:ext>
            </a:extLst>
          </p:cNvPr>
          <p:cNvSpPr txBox="1"/>
          <p:nvPr/>
        </p:nvSpPr>
        <p:spPr>
          <a:xfrm>
            <a:off x="2787108" y="2132337"/>
            <a:ext cx="80376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 → Rearrange using Key → Ciphertext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HELLOWORLD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using a selected column order produces a rearranged ciphertext.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characters remain the same, but their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changes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5D3C13-D8D5-6003-A4AC-186072E3E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5742" y="502599"/>
            <a:ext cx="917954" cy="10876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F8F689-00D4-029F-8568-1C963A605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70" y="454497"/>
            <a:ext cx="1219354" cy="108131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C89392D-464B-7294-CC40-0D3A689AFE78}"/>
              </a:ext>
            </a:extLst>
          </p:cNvPr>
          <p:cNvSpPr/>
          <p:nvPr/>
        </p:nvSpPr>
        <p:spPr>
          <a:xfrm>
            <a:off x="10835640" y="6199632"/>
            <a:ext cx="896112" cy="46166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809F06-DFD0-F795-30E6-BF3A8F2D204E}"/>
              </a:ext>
            </a:extLst>
          </p:cNvPr>
          <p:cNvSpPr txBox="1"/>
          <p:nvPr/>
        </p:nvSpPr>
        <p:spPr>
          <a:xfrm>
            <a:off x="11045952" y="624579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7929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9AA8-8AE9-31EA-7395-AC76B0541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921" y="409158"/>
            <a:ext cx="8066299" cy="87995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A8D99A-1072-DF3F-B27E-577E85E9C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367" y="409158"/>
            <a:ext cx="917954" cy="10876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A076FE-80EE-E559-B43A-790047F14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409158"/>
            <a:ext cx="1219354" cy="10813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A7FAD01-A1F2-0857-57C4-A7CE69B11911}"/>
              </a:ext>
            </a:extLst>
          </p:cNvPr>
          <p:cNvSpPr/>
          <p:nvPr/>
        </p:nvSpPr>
        <p:spPr>
          <a:xfrm>
            <a:off x="10835640" y="6199632"/>
            <a:ext cx="896112" cy="46166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40244-A4D4-375A-0129-C6F2A40CC735}"/>
              </a:ext>
            </a:extLst>
          </p:cNvPr>
          <p:cNvSpPr txBox="1"/>
          <p:nvPr/>
        </p:nvSpPr>
        <p:spPr>
          <a:xfrm>
            <a:off x="11045952" y="624579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A3AB7-66B7-C314-413E-B6AD5C858766}"/>
              </a:ext>
            </a:extLst>
          </p:cNvPr>
          <p:cNvSpPr txBox="1"/>
          <p:nvPr/>
        </p:nvSpPr>
        <p:spPr>
          <a:xfrm>
            <a:off x="2888134" y="1398318"/>
            <a:ext cx="1033935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Strengths: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provide a large number of possible mappings.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Polyalphabetic methods can reduce simple frequency patterns.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Weaknesses: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substitution can be attacked using frequency analysis.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patterns may reveal information.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Strengths: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Hides the original arrangement.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message difficult to read directly.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Weaknesses: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frequencies remain unchanged.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can help identify the plaintext.</a:t>
            </a:r>
          </a:p>
        </p:txBody>
      </p:sp>
    </p:spTree>
    <p:extLst>
      <p:ext uri="{BB962C8B-B14F-4D97-AF65-F5344CB8AC3E}">
        <p14:creationId xmlns:p14="http://schemas.microsoft.com/office/powerpoint/2010/main" val="440391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F5A023-69C4-0097-4372-EFACAA7A3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1861" y="380858"/>
            <a:ext cx="917954" cy="10876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11D878-1AE5-B1FA-1140-214959747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70" y="380858"/>
            <a:ext cx="1219354" cy="10813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FD0F156-BC04-1494-A09E-281C7C4DD8DC}"/>
              </a:ext>
            </a:extLst>
          </p:cNvPr>
          <p:cNvSpPr/>
          <p:nvPr/>
        </p:nvSpPr>
        <p:spPr>
          <a:xfrm>
            <a:off x="10835640" y="6199632"/>
            <a:ext cx="896112" cy="46166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253016-EBA4-29D1-6330-009C5CE2D2CA}"/>
              </a:ext>
            </a:extLst>
          </p:cNvPr>
          <p:cNvSpPr txBox="1"/>
          <p:nvPr/>
        </p:nvSpPr>
        <p:spPr>
          <a:xfrm>
            <a:off x="11045952" y="624579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BBC52-0F97-127D-52C4-BF4A034D7D47}"/>
              </a:ext>
            </a:extLst>
          </p:cNvPr>
          <p:cNvSpPr txBox="1"/>
          <p:nvPr/>
        </p:nvSpPr>
        <p:spPr>
          <a:xfrm>
            <a:off x="2867757" y="1514684"/>
            <a:ext cx="8415939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changes the identity of characters.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 changes the positions of characters.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have advantages and limitations.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Neither simple technique alone provides modern cryptographic security.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different transformation principles can provide stronger security.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D2B3E59-FAD9-30A9-6033-35F1A921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143" y="385226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26186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90B84-B7F1-6EE1-F3BD-0522C2A6C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8884" y="1353312"/>
            <a:ext cx="8915399" cy="2262781"/>
          </a:xfrm>
        </p:spPr>
        <p:txBody>
          <a:bodyPr>
            <a:noAutofit/>
          </a:bodyPr>
          <a:lstStyle/>
          <a:p>
            <a:pPr algn="ctr"/>
            <a:r>
              <a:rPr lang="en-IN" sz="10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109515-48E7-CB43-BF8E-333936BC5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70" y="212270"/>
            <a:ext cx="1219354" cy="10813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96DEC5-C53C-C369-A19D-AE0B27864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157" y="212270"/>
            <a:ext cx="917954" cy="108766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18E0DF2-0081-61F8-4E42-E8703380CC4F}"/>
              </a:ext>
            </a:extLst>
          </p:cNvPr>
          <p:cNvSpPr/>
          <p:nvPr/>
        </p:nvSpPr>
        <p:spPr>
          <a:xfrm>
            <a:off x="10835640" y="6199632"/>
            <a:ext cx="896112" cy="46166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D3C34A-1BF9-FE1B-FAAD-66EB9527158C}"/>
              </a:ext>
            </a:extLst>
          </p:cNvPr>
          <p:cNvSpPr txBox="1"/>
          <p:nvPr/>
        </p:nvSpPr>
        <p:spPr>
          <a:xfrm>
            <a:off x="11045952" y="624579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04451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1353</TotalTime>
  <Words>403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Times New Roman</vt:lpstr>
      <vt:lpstr>Wingdings</vt:lpstr>
      <vt:lpstr>Wingdings 3</vt:lpstr>
      <vt:lpstr>Wisp</vt:lpstr>
      <vt:lpstr>PowerPoint Presentation</vt:lpstr>
      <vt:lpstr>INTRODUCTION </vt:lpstr>
      <vt:lpstr>SUBSTITUTION CIPHER</vt:lpstr>
      <vt:lpstr>TRANSPOSITION CIPHER</vt:lpstr>
      <vt:lpstr>HOW SUBSTITUTION WORKS</vt:lpstr>
      <vt:lpstr>HOW TRANSPOSITION WORKS</vt:lpstr>
      <vt:lpstr>SECURITY ANALYSIS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bheeshma l</dc:creator>
  <cp:lastModifiedBy>R KALAI AMUDHAN</cp:lastModifiedBy>
  <cp:revision>83</cp:revision>
  <dcterms:created xsi:type="dcterms:W3CDTF">2025-11-18T09:16:46Z</dcterms:created>
  <dcterms:modified xsi:type="dcterms:W3CDTF">2026-10-07T18:26:09Z</dcterms:modified>
</cp:coreProperties>
</file>